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4" autoAdjust="0"/>
  </p:normalViewPr>
  <p:slideViewPr>
    <p:cSldViewPr snapToGrid="0">
      <p:cViewPr>
        <p:scale>
          <a:sx n="100" d="100"/>
          <a:sy n="100" d="100"/>
        </p:scale>
        <p:origin x="95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23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59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92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92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08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45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34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64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51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19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869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0000">
              <a:srgbClr val="B8D4ED"/>
            </a:gs>
            <a:gs pos="4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2552B-E2CD-4C0E-9D5D-A046077A838E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F8CF2-05AC-41D4-B090-37FD74894F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38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0"/>
            <a:ext cx="9448800" cy="118696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16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Ликино-Дулевский политехнический колледж – филиал ГОУ </a:t>
            </a:r>
            <a:br>
              <a:rPr lang="ru-RU" sz="16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ru-RU" sz="16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ВО МО Государственное образовательное учреждение</a:t>
            </a:r>
            <a:br>
              <a:rPr lang="ru-RU" sz="16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</a:br>
            <a:r>
              <a:rPr lang="ru-RU" sz="16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высшего образования Московской </a:t>
            </a:r>
            <a:r>
              <a:rPr lang="ru-RU" sz="1600" b="1" dirty="0" smtClean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области</a:t>
            </a:r>
            <a:endParaRPr lang="ru-RU" sz="1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212851"/>
            <a:ext cx="9144000" cy="89083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Тема</a:t>
            </a:r>
            <a:r>
              <a:rPr lang="ru-RU" sz="2800" b="1" dirty="0" smtClean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: Разработка системы автоматизации тестирования в колледже</a:t>
            </a:r>
            <a:endParaRPr lang="ru-RU" sz="2800" dirty="0"/>
          </a:p>
        </p:txBody>
      </p:sp>
      <p:sp>
        <p:nvSpPr>
          <p:cNvPr id="4" name="Text 6"/>
          <p:cNvSpPr/>
          <p:nvPr/>
        </p:nvSpPr>
        <p:spPr>
          <a:xfrm>
            <a:off x="7530207" y="4439472"/>
            <a:ext cx="4480086" cy="122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ru-RU" b="1" dirty="0" smtClean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Выполнил</a:t>
            </a:r>
            <a:r>
              <a:rPr lang="en-US" b="1" dirty="0" smtClean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Шумов Владислав Михайлович</a:t>
            </a:r>
            <a:endParaRPr lang="ru-RU" dirty="0"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b="1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Г</a:t>
            </a:r>
            <a:r>
              <a:rPr lang="ru-RU" b="1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руппа</a:t>
            </a:r>
            <a:r>
              <a:rPr lang="en-US" b="1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ИСП.23.1А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b="1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Руководитель: Селиверстова О.М</a:t>
            </a:r>
            <a:r>
              <a:rPr lang="ru-RU" b="1" dirty="0" smtClean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ru-RU" b="1" dirty="0" smtClean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, </a:t>
            </a:r>
            <a:r>
              <a:rPr lang="ru-RU" b="1" dirty="0"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Гжегожевский С.В.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B3AE82-46B9-4C6F-BC72-16260DF21851}"/>
              </a:ext>
            </a:extLst>
          </p:cNvPr>
          <p:cNvSpPr/>
          <p:nvPr/>
        </p:nvSpPr>
        <p:spPr>
          <a:xfrm>
            <a:off x="4749101" y="5879014"/>
            <a:ext cx="32154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550"/>
              </a:lnSpc>
            </a:pPr>
            <a:r>
              <a:rPr lang="ru-RU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г</a:t>
            </a:r>
            <a:r>
              <a:rPr lang="ru-RU" b="1" dirty="0" smtClean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. Ликино-Дулево</a:t>
            </a:r>
            <a:r>
              <a:rPr lang="ru-RU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, </a:t>
            </a:r>
            <a:endParaRPr lang="ru-RU" b="1" dirty="0" smtClean="0">
              <a:latin typeface="Times New Roman" panose="02020603050405020304" pitchFamily="18" charset="0"/>
              <a:ea typeface="Fraunces Extra Bold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3550"/>
              </a:lnSpc>
            </a:pPr>
            <a:r>
              <a:rPr lang="ru-RU" b="1" dirty="0" smtClean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2026г</a:t>
            </a:r>
            <a:r>
              <a:rPr lang="ru-RU" b="1" dirty="0"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6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 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41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2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95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3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72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Слайд 4</a:t>
            </a:r>
            <a:endParaRPr lang="ru-RU" sz="3200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851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45</Words>
  <Application>Microsoft Office PowerPoint</Application>
  <PresentationFormat>Широкоэкранный</PresentationFormat>
  <Paragraphs>12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Fraunces Extra Bold</vt:lpstr>
      <vt:lpstr>Nobile</vt:lpstr>
      <vt:lpstr>Times New Roman</vt:lpstr>
      <vt:lpstr>Тема Office</vt:lpstr>
      <vt:lpstr>Ликино-Дулевский политехнический колледж – филиал ГОУ  ВО МО Государственное образовательное учреждение высшего образования Московской области</vt:lpstr>
      <vt:lpstr>Оглавление </vt:lpstr>
      <vt:lpstr>Слайд 2</vt:lpstr>
      <vt:lpstr>Слайд 3</vt:lpstr>
      <vt:lpstr>Слайд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Ликино-Дулевский политехнический колледж – филиал ГОУ  ВО МО Государственное образовательное учреждение высшего образования Московской области</dc:title>
  <dc:creator>Студент</dc:creator>
  <cp:lastModifiedBy>Студент</cp:lastModifiedBy>
  <cp:revision>5</cp:revision>
  <dcterms:created xsi:type="dcterms:W3CDTF">2026-04-21T13:47:48Z</dcterms:created>
  <dcterms:modified xsi:type="dcterms:W3CDTF">2026-04-21T14:01:42Z</dcterms:modified>
</cp:coreProperties>
</file>